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to Generative AI</a:t>
            </a:r>
            <a:endParaRPr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Understanding the Future of AI-Driven Creativity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Pranav Nerurkar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Generative AI?</a:t>
            </a:r>
            <a:endParaRPr/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Definition: Generative AI refers to algorithms (like neural networks) that can generate new content, such as images, text, music, and more.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Types of Generative AI: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- Text Generation (e.g., GPT-3)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- Image Generation (e.g., DALL·E, Stable Diffusion)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- Music and Audio Generation (e.g., Jukedeck)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Does Generative AI Work?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Core Technologies: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- Neural Networks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- Machine Learning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- Deep Learning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Models Used: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- Generative Adversarial Networks (GANs)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- Variational Autoencoders (VAEs)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- Transformers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Applications of Generative AI</a:t>
            </a:r>
            <a:endParaRPr/>
          </a:p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In Creative Industries: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- Art and Design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- Music Composition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- Content Creation (writing, video)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In Business: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- Marketing (personalized ads)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- Product Design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- Data Augmentation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Ethical Considerations</a:t>
            </a:r>
            <a:endParaRPr/>
          </a:p>
        </p:txBody>
      </p:sp>
      <p:sp>
        <p:nvSpPr>
          <p:cNvPr id="109" name="Google Shape;109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Potential Issues: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- Copyright Infringement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- Deepfakes and Misinformation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- Bias in Generated Content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Guidelines and Policies: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- Responsible AI Use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- Transparency in AI Models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Generative AI Tools</a:t>
            </a:r>
            <a:endParaRPr/>
          </a:p>
        </p:txBody>
      </p: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Popular Tools and Platforms: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- OpenAI’s GPT-3 and ChatGPT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- DALL·E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- Midjourney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Practical Use Cases: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- How companies and individuals use these tools in real-world scenarios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 of Generative AI</a:t>
            </a:r>
            <a:endParaRPr/>
          </a:p>
        </p:txBody>
      </p:sp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Predictions: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- Advancements in AI-generated content quality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- Increased use in everyday applications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- Ethical frameworks and regulations evolving alongside technology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Challenges and Limitations</a:t>
            </a:r>
            <a:endParaRPr/>
          </a:p>
        </p:txBody>
      </p:sp>
      <p:sp>
        <p:nvSpPr>
          <p:cNvPr id="127" name="Google Shape;127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Technical Challenges: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- Model Training Complexity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- High Computational Resources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Limitations: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- Content Quality Variability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- Limited Understanding of Context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133" name="Google Shape;133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Summary: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- Generative AI is a powerful tool with vast potential.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- Importance of ethical considerations.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- The future is promising, but challenges remain.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Q&amp;A</a:t>
            </a:r>
            <a:endParaRPr/>
          </a:p>
        </p:txBody>
      </p:sp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Invite questions from the audience.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